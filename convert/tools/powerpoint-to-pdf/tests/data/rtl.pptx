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S1"/>
    <p:sldId id="257" r:id="rIdS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cs typeface="+mn-cs"/>
      </a:defRPr>
    </a:lvl3pPr>
  </p:defaultTextStyle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rtl="0">
        <a:defRPr sz="4400">
          <a:solidFill>
            <a:schemeClr val="tx1"/>
          </a:solidFill>
          <a:latin typeface="+mj-lt"/>
          <a:cs typeface="+mj-cs"/>
        </a:defRPr>
      </a:lvl1pPr>
    </p:titleStyle>
    <p:bodyStyle>
      <a:lvl1pPr algn="l" rtl="0">
        <a:defRPr sz="2800">
          <a:solidFill>
            <a:schemeClr val="tx1"/>
          </a:solidFill>
          <a:latin typeface="+mn-lt"/>
          <a:cs typeface="+mn-cs"/>
        </a:defRPr>
      </a:lvl1pPr>
    </p:bodyStyle>
    <p:otherStyle>
      <a:lvl1pPr algn="l" rtl="0"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abic"/>
          <p:cNvSpPr txBox="1"/>
          <p:nvPr/>
        </p:nvSpPr>
        <p:spPr>
          <a:xfrm>
            <a:off x="457200" y="381000"/>
            <a:ext cx="5080000" cy="508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pPr algn="r" rtl="1"/>
            <a:r>
              <a:rPr lang="ar-SA" sz="2000" dirty="0"/>
              <a:t>مرحبا بكم في PanPDF</a:t>
            </a:r>
          </a:p>
        </p:txBody>
      </p:sp>
      <p:sp>
        <p:nvSpPr>
          <p:cNvPr id="3" name="Hebrew"/>
          <p:cNvSpPr txBox="1"/>
          <p:nvPr/>
        </p:nvSpPr>
        <p:spPr>
          <a:xfrm>
            <a:off x="457200" y="1016000"/>
            <a:ext cx="5080000" cy="508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pPr algn="r" rtl="1"/>
            <a:r>
              <a:rPr lang="ar-SA" sz="2000" dirty="0"/>
              <a:t>שלום עולם, ברוכים הבאים</a:t>
            </a:r>
          </a:p>
        </p:txBody>
      </p:sp>
      <p:sp>
        <p:nvSpPr>
          <p:cNvPr id="4" name="List"/>
          <p:cNvSpPr txBox="1"/>
          <p:nvPr/>
        </p:nvSpPr>
        <p:spPr>
          <a:xfrm>
            <a:off x="457200" y="1651000"/>
            <a:ext cx="5080000" cy="2159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pPr marL="342900" indent="-342900" algn="r" rtl="1">
              <a:buFont typeface="Arial"/>
              <a:buChar char="•"/>
            </a:pPr>
            <a:r>
              <a:rPr lang="ar-SA" sz="2000" dirty="0"/>
              <a:t>البند الأول</a:t>
            </a:r>
          </a:p>
          <a:p>
            <a:pPr marL="342900" indent="-342900" algn="r" rtl="1">
              <a:buFont typeface="Arial"/>
              <a:buChar char="•"/>
            </a:pPr>
            <a:r>
              <a:rPr lang="ar-SA" sz="2000" dirty="0"/>
              <a:t>البند الثاني</a:t>
            </a:r>
          </a:p>
          <a:p>
            <a:pPr marL="342900" indent="-342900" algn="r" rtl="1">
              <a:buFont typeface="Arial"/>
              <a:buChar char="•"/>
            </a:pPr>
            <a:r>
              <a:rPr lang="ar-SA" sz="2000" dirty="0"/>
              <a:t>البند الثالث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A" sz="2000" dirty="0"/>
              <a:t>الخطوة الأولى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A" sz="2000" dirty="0"/>
              <a:t>الخطوة الثانية</a:t>
            </a:r>
          </a:p>
        </p:txBody>
      </p:sp>
      <p:sp>
        <p:nvSpPr>
          <p:cNvPr id="5" name="Ltr"/>
          <p:cNvSpPr txBox="1"/>
          <p:nvPr/>
        </p:nvSpPr>
        <p:spPr>
          <a:xfrm>
            <a:off x="6096000" y="381000"/>
            <a:ext cx="5080000" cy="508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r>
              <a:rPr lang="ar-SA" sz="2000" dirty="0"/>
              <a:t>The word سلام means peace</a:t>
            </a:r>
          </a:p>
        </p:txBody>
      </p:sp>
      <p:sp>
        <p:nvSpPr>
          <p:cNvPr id="6" name="Left"/>
          <p:cNvSpPr txBox="1"/>
          <p:nvPr/>
        </p:nvSpPr>
        <p:spPr>
          <a:xfrm>
            <a:off x="6096000" y="1016000"/>
            <a:ext cx="5080000" cy="508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pPr algn="l" rtl="1"/>
            <a:r>
              <a:rPr lang="ar-SA" sz="2000" dirty="0"/>
              <a:t>نص على اليسار</a:t>
            </a:r>
          </a:p>
        </p:txBody>
      </p:sp>
      <p:sp>
        <p:nvSpPr>
          <p:cNvPr id="7" name="Number"/>
          <p:cNvSpPr txBox="1"/>
          <p:nvPr/>
        </p:nvSpPr>
        <p:spPr>
          <a:xfrm>
            <a:off x="6096000" y="1651000"/>
            <a:ext cx="5080000" cy="508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rtlCol="0">
            <a:noAutofit/>
          </a:bodyPr>
          <a:lstStyle/>
          <a:p>
            <a:pPr algn="r" rtl="1"/>
            <a:r>
              <a:rPr lang="ar-SA" sz="2000" dirty="0"/>
              <a:t>عام 2026 هو عام جديد</a:t>
            </a:r>
          </a:p>
        </p:txBody>
      </p:sp>
      <p:sp>
        <p:nvSpPr>
          <p:cNvPr id="8" name="Columns"/>
          <p:cNvSpPr txBox="1"/>
          <p:nvPr/>
        </p:nvSpPr>
        <p:spPr>
          <a:xfrm>
            <a:off x="6096000" y="2413000"/>
            <a:ext cx="5080000" cy="1524000"/>
          </a:xfrm>
          <a:prstGeom prst="rect">
            <a:avLst/>
          </a:prstGeom>
          <a:noFill/>
          <a:ln w="3175">
            <a:solidFill>
              <a:srgbClr val="BBBBBB"/>
            </a:solidFill>
          </a:ln>
        </p:spPr>
        <p:txBody>
          <a:bodyPr wrap="square" numCol="2" spcCol="182880" rtlCol="1">
            <a:noAutofit/>
          </a:bodyPr>
          <a:lstStyle/>
          <a:p>
            <a:pPr algn="r" rtl="1"/>
            <a:r>
              <a:rPr lang="ar-SA" sz="2000" dirty="0"/>
              <a:t>العمود الأول يبدأ هنا</a:t>
            </a:r>
          </a:p>
          <a:p>
            <a:pPr algn="r" rtl="1"/>
            <a:r>
              <a:rPr lang="ar-SA" sz="2000" dirty="0"/>
              <a:t>ويستمر في السطر الثاني</a:t>
            </a:r>
          </a:p>
          <a:p>
            <a:pPr algn="r" rtl="1"/>
            <a:r>
              <a:rPr lang="ar-SA" sz="2000" dirty="0"/>
              <a:t>العمود الثاني هنا</a:t>
            </a:r>
          </a:p>
          <a:p>
            <a:pPr algn="r" rtl="1"/>
            <a:r>
              <a:rPr lang="ar-SA" sz="2000" dirty="0"/>
              <a:t>والسطر الأخير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762000" y="762000"/>
          <a:ext cx="5715000" cy="1143000"/>
        </p:xfrm>
        <a:graphic>
          <a:graphicData uri="http://schemas.openxmlformats.org/drawingml/2006/table">
            <a:tbl>
              <a:tblPr rtl="1" firstRow="1" bandRow="1"/>
              <a:tblGrid>
                <a:gridCol w="1905000"/>
                <a:gridCol w="1905000"/>
                <a:gridCol w="1905000"/>
              </a:tblGrid>
              <a:tr h="381000">
                <a:tc>
                  <a:txBody>
                    <a:bodyPr/>
                    <a:lstStyle/>
                    <a:p>
                      <a:pPr algn="r" rtl="1"/>
                      <a:r>
                        <a:rPr lang="ar-SA" sz="1600">
                          <a:solidFill>
                            <a:srgbClr val="FFFFFF"/>
                          </a:solidFill>
                        </a:rPr>
                        <a:t>الاسم</a:t>
                      </a:r>
                    </a:p>
                  </a:txBody>
                  <a:tcPr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>
                          <a:solidFill>
                            <a:srgbClr val="FFFFFF"/>
                          </a:solidFill>
                        </a:rPr>
                        <a:t>الكمية</a:t>
                      </a:r>
                    </a:p>
                  </a:txBody>
                  <a:tcPr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>
                          <a:solidFill>
                            <a:srgbClr val="FFFFFF"/>
                          </a:solidFill>
                        </a:rPr>
                        <a:t>السعر</a:t>
                      </a:r>
                    </a:p>
                  </a:txBody>
                  <a:tcPr>
                    <a:solidFill>
                      <a:srgbClr val="1F5FB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FirstCol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SecondCol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ThirdCol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قلم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10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600"/>
                        <a:t>25,000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TL">
  <a:themeElements>
    <a:clrScheme name="RTL">
      <a:dk1>
        <a:srgbClr val="1D2433"/>
      </a:dk1>
      <a:lt1>
        <a:srgbClr val="FFFFFF"/>
      </a:lt1>
      <a:dk2>
        <a:srgbClr val="123C7A"/>
      </a:dk2>
      <a:lt2>
        <a:srgbClr val="EEF2FA"/>
      </a:lt2>
      <a:accent1>
        <a:srgbClr val="1F5FBF"/>
      </a:accent1>
      <a:accent2>
        <a:srgbClr val="D0343F"/>
      </a:accent2>
      <a:accent3>
        <a:srgbClr val="F0A020"/>
      </a:accent3>
      <a:accent4>
        <a:srgbClr val="1F7A3A"/>
      </a:accent4>
      <a:accent5>
        <a:srgbClr val="7A3A9A"/>
      </a:accent5>
      <a:accent6>
        <a:srgbClr val="3A9A9A"/>
      </a:accent6>
      <a:hlink>
        <a:srgbClr val="0563C1"/>
      </a:hlink>
      <a:folHlink>
        <a:srgbClr val="954F72"/>
      </a:folHlink>
    </a:clrScheme>
    <a:fontScheme name="RTL">
      <a:majorFont>
        <a:latin typeface="Liberation Sans"/>
        <a:ea typeface=""/>
        <a:cs typeface="DejaVu Sans"/>
      </a:majorFont>
      <a:minorFont>
        <a:latin typeface="Liberation Sans"/>
        <a:ea typeface=""/>
        <a:cs typeface="DejaVu Sans"/>
      </a:minorFont>
    </a:fontScheme>
    <a:fmtScheme name="RT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